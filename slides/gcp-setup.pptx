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A73E8"/>
                </a:solidFill>
                <a:latin typeface="Roboto"/>
              </a:rPr>
              <a:t>GCP setup for Security Genie</a:t>
            </a:r>
          </a:p>
          <a:p>
            <a:r>
              <a:rPr sz="1800" b="0">
                <a:solidFill>
                  <a:srgbClr val="5F6368"/>
                </a:solidFill>
                <a:latin typeface="Roboto"/>
              </a:rPr>
              <a:t>gcloud MCP server + multi-account credential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The genie uses the official Google Cloud MCP server: @google-cloud/gcloud-mcp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It wraps the local gcloud CLI — the agent gets whatever identity gcloud is configured with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Consequence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Credential hygiene IS access control: wrong profile or stale ADC = agent reads the wrong customer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--version          # Google Cloud CLI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node --version            # Node 18+ (for npx)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auth login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auth application-default login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npx -y @google-cloud/gcloud-mcp --help     # smoke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MCP config per agent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Project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User-level config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Claude 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.mcp.json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claude mcp add gcloud -- npx -y @google-cloud/gcloud-mcp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Gemini CLI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npx @google-cloud/gcloud-mcp init --agent=gemini-cli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Antigravity (agy)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 (when supported)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~/.gemini/antigravity/mcp_config.json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Codex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.codex/config.toml (trusted projects)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~/.codex/config.toml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Roboto"/>
              </a:rPr>
              <a:t>Verify after setup: claude mcp list / gemini mcp list / codex mcp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The server block (same in every format)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command: npx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args:    ["-y", "@google-cloud/gcloud-mcp"]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env:     CLOUDSDK_ACTIVE_CONFIG_NAME = &lt;profile&gt;   # optional profile pin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Notes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Codex reads project config only for trusted projects — otherwise merge into ~/.codex/config.toml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Other official Google Cloud MCP servers (observability, Cloud Run, ...) can be added the same 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Multi-account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Named gcloud configurations are the profile mechanism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One per customer/account/environment: acme-prod, acme-dev, globex-sandbox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Each pins an account and a default project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The trap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ADC (Application Default Credentials) is a single global file — it does NOT follow the active configuration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This is the #1 cause of 'agent looked at the wrong customer'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Create and switch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configurations create acme-prod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set account you@example.com --configuration=acme-prod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set project  acme-prod-123   --configuration=acme-prod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auth login --configuration=acme-prod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Day to day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scripts/gcp-use.sh list                  # profiles + current identity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source scripts/gcp-use.sh acme-prod      # activate + export CLOUDSDK_ACTIVE_CONFIG_NAME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ADC: two workable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1. User ADC, refreshed on every switch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source scripts/gcp-use.sh acme-prod --adc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Simple; easy to forget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2. Impersonated service account per customer (recommended)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auth application-default login --impersonate-service-account=sec-review@acme-prod-123.iam.gserviceaccount.com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Needs roles/iam.serviceAccountTokenCreator on that SA; consistent until reset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Either way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State the account and project in every review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Verify before trusting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get-value account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get-value project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auth list --filter=status:ACTIVE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gcloud config configurations list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MCP side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claude mcp list   |   gemini mcp list   |   codex mcp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npx ... gcloud-mcp fails &gt; Node/npm missing, or proxy blocks the registry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MCP connected but wrong project &gt; profile/ADC mismatch — run scripts/gcp-use.sh list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Codex ignores .codex/config.toml &gt; project not trusted; merge into ~/.codex/config.toml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Permission-denied from the agent is usually correct behavior: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grant the review identity viewer roles (roles/viewer, roles/iam.securityReviewer, roles/logging.viewer)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