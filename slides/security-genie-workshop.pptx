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688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1A73E8"/>
                </a:solidFill>
                <a:latin typeface="Roboto"/>
              </a:rPr>
              <a:t>Security Genie</a:t>
            </a:r>
          </a:p>
          <a:p>
            <a:r>
              <a:rPr sz="1800" b="0">
                <a:solidFill>
                  <a:srgbClr val="5F6368"/>
                </a:solidFill>
                <a:latin typeface="Roboto"/>
              </a:rPr>
              <a:t>A security-specialist harness + skill pack for coding agents — facilitator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The program: four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1. Build + connect (60 min) — harness tour, GCP MCP setup, multi-account credentials, guard hooks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2. Upgrade part 1 (45 min) — well-architected review, least-privilege Terraform review + generator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3. Upgrade part 2 (45 min) — security jargon translator, security objection handling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4. Genie at work (60 min) — flawed architecture end-to-end: review, fix, document, hand over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Works on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Claude Code  •  Google Antigravity (agy)  •  OpenAI Codex  •  Gemini CLI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What the harness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One AGENTS.md persona: senior Google Cloud platform security specialist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Nine portable skills in the cross-agent SKILL.md format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Live GCP access via the official gcloud MCP server (@google-cloud/gcloud-mcp)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Multi-account credential tooling (named gcloud configurations + scripts/gcp-use.sh)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Pre-exec guard hooks that block dangerous commands until the user consents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A deliberately flawed example architecture for practice (examples/flawed-agent-app)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Design: one canonical instruction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AGENTS.md holds the persona and operating rules exactly once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CLAUDE.md and GEMINI.md are two-line adapters that import it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Codex and Antigravity read AGENTS.md natively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Why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Four agents, one source of truth — edit the rules in one place, every agent follows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Design: portable SKILL.md + trigger descriptions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SKILL.md is the cross-agent standard: YAML frontmatter (name, description) + markdown body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Canonical copies live in skills/ and are linked into .claude/skills, .agents/skills, .gemini/skills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The description field is the trigger: it names the task AND the phrases users actually say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Why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Skills survive an agent switch — no vendor lock-in for workshop material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When a skill fails to fire in a session, the description is the first thing to fix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Design: evidence before opinion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Every review gathers evidence first: read-only gcloud MCP for live environments, files for IaC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Every finding must cite file:line or a resource ID — no evidence, no finding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(VERIFY) marks uncertain role/constraint names instead of inventing plausible ones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Why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A review that hallucinates findings destroys customer trust faster than no review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Models confidently invent IAM role names and org-policy constraint IDs — make uncertainty explicit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Design: hooks are the backstop, not the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AGENTS.md instructs read-only; the guard hook enforces it mid-turn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Blocks: rm -rf class, package/binary installs, pipe-to-shell, terraform apply/destroy,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sudo, destructive git (force push, reset --hard, clean -f), kubectl delete, dd/mkfs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Isolated installs stay allowed (venv / pipx) — the sanctioned path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Fails open on bad input — a hook bug must never wedge a session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Why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Instructions drift over long contexts and sub-agents; a deterministic pre-exec check does not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It is a consent-enforcing speed bump, not a sandbox — say this aloud in session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The nine skills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77724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73E8"/>
                          </a:solidFill>
                          <a:latin typeface="Roboto"/>
                        </a:rPr>
                        <a:t>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73E8"/>
                          </a:solidFill>
                          <a:latin typeface="Roboto"/>
                        </a:rPr>
                        <a:t>Job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security-faq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Fast, defensible answers to recurring GCP security questions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threat-model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STRIDE-per-element over GCP trust boundaries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security-review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Read-only audit of Terraform, designs, or live projects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well-architected-review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Architecture Framework assessment, maturity 1-5, roadmap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terraform-least-privilege-review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Pattern-matched IAM audit (P1-P10) with minimal-diff fixes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terraform-secure-generator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Secure-by-default Terraform + security decision log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sast-scan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Semgrep / Checkov / Trivy / tfsec wrapper + triage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security-jargon-translator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Security terms translated per audience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security-objection-handling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Roboto"/>
                        </a:rPr>
                        <a:t>Prep sheets for customer security objections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Why: security-faq and threat-model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security-faq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CEs answer the same ~15 questions on every engagement — a position cheat sheet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plus verification commands keeps answers consistent and checkable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threat-model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GCP incidents are almost always boundary crossings: internet edge, project,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VPC SC perimeter, CI/CD supply chain, identities — the cheat sheet focuses there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Output: threat table with existing controls, gaps, GCP-native mitigations, mermaid DFD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Why: security-review and well-architected-review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security-review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The bread-and-butter deliverable: domain checklist of real misconfigs + severity rubric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The rubric forces prioritization over laundry lists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well-architected-review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The business-level opener: pillar scores (1-5) turn issues into a fundable roadmap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Deep security findings defer to security-review — the two never diverge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Why: terraform-least-privilege-review and terraform-secure-generator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terraform-least-privilege-review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IAM is the #1 source of GCP findings; the same ten violations recur everywhere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P1-P10 codify them as grep-able patterns with ready minimal-diff remediations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terraform-secure-generator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Flagging flaws is half the job — the generator produces the fix artifact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The security decision log doubles as handover documentation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Why: sast-scan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Automates the breadth pass: Semgrep for code, Checkov/Trivy/tfsec for Terraform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Triage turns scanner hits into verified findings: dedupe, reachability, severity, FP justification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The lesson built in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Scanners are not reviews — every scan ends with a mandatory 'Not covered' list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Proof point in the example: semgrep catches eval and shell=True but misses the planted SQLi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Why: security-jargon-translator and security-objection-handling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security-jargon-translator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Customer conversations fail on vocabulary, not facts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Per-audience framing: exec = money/risk, engineer = mechanism, auditor = control/evidence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security-objection-handling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Objections are predictable: residency, CLOUD Act, 'cloud is less secure', cost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Framework: acknowledge &gt; clarify &gt; respond &gt; honest trade-offs &gt; next step</a:t>
            </a:r>
          </a:p>
          <a:p>
            <a:pPr lvl="1"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–  The honest-limits section is what builds trust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Facilitating: what good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Grade agent output against each skill's Output template — deviation means the skill wasn't loaded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Common pitfalls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Agent answers from memory instead of loading the skill &gt; name the skill explicitly once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Agent skips evidence on live questions &gt; check MCP connection and the active gcloud profile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Findings without file:line evidence &gt; send them back; the skills forbid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Deployment map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377440"/>
                <a:gridCol w="1920240"/>
                <a:gridCol w="2286000"/>
                <a:gridCol w="256032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73E8"/>
                          </a:solidFill>
                          <a:latin typeface="Roboto"/>
                        </a:rPr>
                        <a:t>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73E8"/>
                          </a:solidFill>
                          <a:latin typeface="Roboto"/>
                        </a:rPr>
                        <a:t>Harness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73E8"/>
                          </a:solidFill>
                          <a:latin typeface="Roboto"/>
                        </a:rPr>
                        <a:t>Skills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73E8"/>
                          </a:solidFill>
                          <a:latin typeface="Roboto"/>
                        </a:rPr>
                        <a:t>MCP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73E8"/>
                          </a:solidFill>
                          <a:latin typeface="Roboto"/>
                        </a:rPr>
                        <a:t>Hooks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Claude Code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CLAUDE.md &gt; AGENTS.md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.claude/skills/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.mcp.json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.claude/settings.json (PreToolUse)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Antigravity (agy)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AGENTS.md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.agents/skills/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.gemini/settings.json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.gemini/settings.json (BeforeTool)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Codex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AGENTS.md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.agents/skills/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.codex/config.toml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~/.codex/hooks.json (experimental)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Gemini CLI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GEMINI.md &gt; AGENTS.md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.gemini/skills/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.gemini/settings.json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428"/>
                          </a:solidFill>
                          <a:latin typeface="Roboto"/>
                        </a:rPr>
                        <a:t>.gemini/settings.json (BeforeTool)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368"/>
                </a:solidFill>
                <a:latin typeface="Roboto"/>
              </a:rPr>
              <a:t>Codex hooks need [features] hooks = true. agy hook location: VERIFY against the installed version.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Installing and updating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./install.sh --agent all --target /path/to/repo   # customer / workshop repo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./install.sh --agent claude                       # one agent only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./install.sh --agent all --global                 # every repo, for your user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./install.sh --link --target /path/to/repo        # symlinks: edit once, live everywhere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Semantics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Project scope for workshops/customer repos; global for a CE's daily driver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Re-running replaces skill copies but never clobbers existing settings — merge hints instead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Guard hook: deploy and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python3 hooks/dangerous_command_guard.py --selftest     # 43 cases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echo '{"tool_input":{"command":"rm -rf /"}}' | python3 .claude/hooks/dangerous_command_guard.py</a:t>
            </a:r>
          </a:p>
          <a:p>
            <a:pPr>
              <a:spcAft>
                <a:spcPts val="100"/>
              </a:spcAft>
            </a:pPr>
            <a:r>
              <a:rPr sz="1300" b="0">
                <a:solidFill>
                  <a:srgbClr val="0B3D91"/>
                </a:solidFill>
                <a:latin typeface="Roboto Mono"/>
              </a:rPr>
              <a:t># exit=2 (blocked)    terraform plan -&gt; exit=0 (allowed)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End-to-end demo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Ask the agent to 'delete everything and reinstall' in a test repo — it gets blocked and asks for consent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Limitations to state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Pattern-matches shell commands only; cannot catch danger via allowed commands; Codex hooks experimental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Authoring a new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mkdir skills/&lt;name&gt; — directory name must equal the frontmatter name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description: 1-2 sentences naming the task AND the user phrases that should trigger it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Sections: When to use / Inputs (&lt;=3 questions) / Workflow (evidence first) / content / Output format / Guardrails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90-150 lines; dense beats long; (VERIFY) on uncertain names; never invent rule/role IDs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Register in AGENTS.md and README.md skill tables, then re-run install.sh (or use --link)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Exercise: examples/flawed-agent-app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Scenario: 'customer-provided' Acme support agent — Cloud Run, Cloud SQL, HTTP LB, public bucket, bastion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Order: sast-scan &gt; terraform-least-privilege-review &gt; security-review &gt; threat-model &gt; fix with terraform-secure-generator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Score against EXPECTED-FINDINGS.md: 27 planted flaws (7 Critical / 9 High / 9 Medium / 2 Low)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Score substance over row-count matches — scanners and skills overlap by design</a:t>
            </a:r>
          </a:p>
          <a:p>
            <a:pPr>
              <a:spcBef>
                <a:spcPts val="1200"/>
              </a:spcBef>
            </a:pPr>
            <a:r>
              <a:rPr sz="1900" b="1">
                <a:solidFill>
                  <a:srgbClr val="202428"/>
                </a:solidFill>
                <a:latin typeface="Roboto"/>
              </a:rPr>
              <a:t>Capstone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202428"/>
                </a:solidFill>
                <a:latin typeface="Roboto"/>
              </a:rPr>
              <a:t>•  Deploy the FIXED Terraform to a smoke-test project; never deploy the flawed version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A73E8"/>
                </a:solidFill>
                <a:latin typeface="Roboto"/>
              </a:rPr>
              <a:t>Troubleshooting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3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73E8"/>
                          </a:solidFill>
                          <a:latin typeface="Roboto"/>
                        </a:rPr>
                        <a:t>Symptom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73E8"/>
                          </a:solidFill>
                          <a:latin typeface="Roboto"/>
                        </a:rPr>
                        <a:t>Likely cause / fix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28"/>
                          </a:solidFill>
                          <a:latin typeface="Roboto"/>
                        </a:rPr>
                        <a:t>Skill never triggers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28"/>
                          </a:solidFill>
                          <a:latin typeface="Roboto"/>
                        </a:rPr>
                        <a:t>Not installed for this agent/scope, or weak description — fix and re-install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28"/>
                          </a:solidFill>
                          <a:latin typeface="Roboto"/>
                        </a:rPr>
                        <a:t>MCP tools missing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28"/>
                          </a:solidFill>
                          <a:latin typeface="Roboto"/>
                        </a:rPr>
                        <a:t>Wrong config file, untrusted project (Codex), or Node/npx unavailable — docs/gcp-setup.md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28"/>
                          </a:solidFill>
                          <a:latin typeface="Roboto"/>
                        </a:rPr>
                        <a:t>Answers about the wrong project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28"/>
                          </a:solidFill>
                          <a:latin typeface="Roboto"/>
                        </a:rPr>
                        <a:t>ADC is global — re-run scripts/gcp-use.sh &lt;profile&gt; --adc and re-confirm identity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28"/>
                          </a:solidFill>
                          <a:latin typeface="Roboto"/>
                        </a:rPr>
                        <a:t>Hook never fires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28"/>
                          </a:solidFill>
                          <a:latin typeface="Roboto"/>
                        </a:rPr>
                        <a:t>Settings not merged, wrong event name (PreToolUse vs BeforeTool), or Codex flag off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28"/>
                          </a:solidFill>
                          <a:latin typeface="Roboto"/>
                        </a:rPr>
                        <a:t>Hook blocks a legit command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02428"/>
                          </a:solidFill>
                          <a:latin typeface="Roboto"/>
                        </a:rPr>
                        <a:t>Ruleset too broad — edit hooks/dangerous_command_guard.py, re-run --selftest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